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9728"/>
            <a:ext cx="91440" cy="5033772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457200"/>
            <a:ext cx="2560320" cy="41148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457200"/>
            <a:ext cx="2560320" cy="64008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9436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600" kern="0" dirty="0">
                <a:solidFill>
                  <a:srgbClr val="00C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HOMEFIT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개발 보고서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4572000" cy="45720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633472"/>
            <a:ext cx="594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기능 개발 및 주요 문제 해결 과정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675120" y="65836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C4A0"/>
                </a:solidFill>
              </a:rPr>
              <a:t>P3 주요 개발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1170432"/>
            <a:ext cx="1554480" cy="420624"/>
          </a:xfrm>
          <a:prstGeom prst="rect">
            <a:avLst/>
          </a:prstGeom>
          <a:solidFill>
            <a:srgbClr val="1E2D4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0" y="1170432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4A0"/>
                </a:solidFill>
              </a:rPr>
              <a:t>결제 시스템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766560" y="1755648"/>
            <a:ext cx="1554480" cy="420624"/>
          </a:xfrm>
          <a:prstGeom prst="rect">
            <a:avLst/>
          </a:prstGeom>
          <a:solidFill>
            <a:srgbClr val="1E2D4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66560" y="1755648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4A0"/>
                </a:solidFill>
              </a:rPr>
              <a:t>알림 시스템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2340864"/>
            <a:ext cx="1554480" cy="420624"/>
          </a:xfrm>
          <a:prstGeom prst="rect">
            <a:avLst/>
          </a:prstGeom>
          <a:solidFill>
            <a:srgbClr val="1E2D4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2340864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4A0"/>
                </a:solidFill>
              </a:rPr>
              <a:t>정산 관리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66560" y="2926080"/>
            <a:ext cx="1554480" cy="420624"/>
          </a:xfrm>
          <a:prstGeom prst="rect">
            <a:avLst/>
          </a:prstGeom>
          <a:solidFill>
            <a:srgbClr val="1E2D4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66560" y="2926080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4A0"/>
                </a:solidFill>
              </a:rPr>
              <a:t>강사 댓글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766560" y="3511296"/>
            <a:ext cx="1554480" cy="420624"/>
          </a:xfrm>
          <a:prstGeom prst="rect">
            <a:avLst/>
          </a:prstGeom>
          <a:solidFill>
            <a:srgbClr val="1E2D4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511296"/>
            <a:ext cx="1554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C4A0"/>
                </a:solidFill>
              </a:rPr>
              <a:t>자동 로그아웃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A2535"/>
          </a:solidFill>
          <a:ln w="12700">
            <a:solidFill>
              <a:srgbClr val="1A25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818888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홈트레이닝 플랫폼  |  팀 프로젝트 P3 발표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목차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914400" cy="36576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77824"/>
            <a:ext cx="8138160" cy="71323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77824"/>
            <a:ext cx="73152" cy="71323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7512" y="1042416"/>
            <a:ext cx="475488" cy="384048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" y="104241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61872" y="96012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트러블슈팅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61872" y="128016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개발 중 발생한 주요 문제 2가지와 해결 방법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1700784"/>
            <a:ext cx="8138160" cy="71323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1700784"/>
            <a:ext cx="73152" cy="713232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7512" y="1865376"/>
            <a:ext cx="475488" cy="384048"/>
          </a:xfrm>
          <a:prstGeom prst="rect">
            <a:avLst/>
          </a:prstGeom>
          <a:solidFill>
            <a:srgbClr val="00C4A0">
              <a:alpha val="20000"/>
            </a:srgbClr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" y="186537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A0"/>
                </a:solidFill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61872" y="178308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P3 개발 기능 개요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61872" y="210312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이번 스프린트에서 새롭게 구현한 기능 목록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2523744"/>
            <a:ext cx="8138160" cy="71323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2523744"/>
            <a:ext cx="73152" cy="7132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7512" y="2688336"/>
            <a:ext cx="475488" cy="38404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7512" y="268833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1872" y="260604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결제 시스템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61872" y="292608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강의 구매 · 결제 처리 · 환불 · 구매 여부 확인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3346704"/>
            <a:ext cx="8138160" cy="71323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02920" y="3346704"/>
            <a:ext cx="73152" cy="71323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3511296"/>
            <a:ext cx="475488" cy="38404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351129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04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61872" y="342900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알림 / 정산 / 로그 / 모니터링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61872" y="374904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사용자 알림, 강사 정산, 활동 로그, 서버 상태 관리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502920" y="4169664"/>
            <a:ext cx="8138160" cy="71323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02920" y="4169664"/>
            <a:ext cx="73152" cy="71323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7512" y="4334256"/>
            <a:ext cx="475488" cy="384048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" y="4334256"/>
            <a:ext cx="475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05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61872" y="4251960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강사 댓글 조회  &amp;  자동 로그아웃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61872" y="4572000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강의 댓글 통합 뷰  /  JWT 만료 자동 처리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트러블슈팅  |  문제 1  —  로그인 "Failed to fetch" 오류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9144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50392"/>
            <a:ext cx="8138160" cy="43891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50392"/>
            <a:ext cx="7827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상황  |  AWS EC2 배포 후 로그인 시도 시 "Failed to fetch" 오류 발생 — 로그인 자체가 불가능한 상태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138160" cy="36576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원인  |  BASE_URL이 localhost:5000으로 하드코딩 → 브라우저가 사용자 PC의 localhost로 요청 시도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01952"/>
            <a:ext cx="384048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Before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19456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클라이언트에서도 localhost로 요청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BASE_URL = 'http://localhost:5000/api';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901952"/>
            <a:ext cx="3794760" cy="10058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920240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A0"/>
                </a:solidFill>
              </a:rPr>
              <a:t>After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983480" y="219456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BASE_URL = typeof window === 'undefined'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? 'http://localhost:5000/api'  // SSR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: '/api';  // 클라이언트 (Nginx 프록시)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017520"/>
            <a:ext cx="8138160" cy="365760"/>
          </a:xfrm>
          <a:prstGeom prst="rect">
            <a:avLst/>
          </a:prstGeom>
          <a:solidFill>
            <a:srgbClr val="00C4A0">
              <a:alpha val="15000"/>
            </a:srgbClr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0"/>
                </a:solidFill>
              </a:rPr>
              <a:t>해결  |  Nginx 리버스 프록시 설정 추가  +  BASE_URL을 SSR / 클라이언트 분기 처리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3493008"/>
            <a:ext cx="8138160" cy="960120"/>
          </a:xfrm>
          <a:prstGeom prst="rect">
            <a:avLst/>
          </a:prstGeom>
          <a:solidFill>
            <a:srgbClr val="0D1117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7512" y="3584448"/>
            <a:ext cx="7808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/etc/nginx/conf.d/homefit.conf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/api/ { proxy_pass http://localhost:5000/api/; }   # API 요청 → Express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/uploads/ { proxy_pass http://localhost:5000/uploads/; }  # 파일 요청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 / { proxy_pass http://localhost:3000; }               # 나머지 → Next.js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553712"/>
            <a:ext cx="2651760" cy="5943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4553712"/>
            <a:ext cx="64008" cy="594360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브라우저 요청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" y="4791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A0"/>
                </a:solidFill>
              </a:rPr>
              <a:t>/api/* → Nginx → Express :5000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91840" y="4553712"/>
            <a:ext cx="2651760" cy="5943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91840" y="4553712"/>
            <a:ext cx="64008" cy="594360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56432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SSR 요청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456432" y="4791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4A0"/>
                </a:solidFill>
              </a:rPr>
              <a:t>localhost:5000 직접 호출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4553712"/>
            <a:ext cx="2651760" cy="5943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80760" y="4553712"/>
            <a:ext cx="64008" cy="5943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45352" y="45720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결과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245352" y="47914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로그인 정상 동작 확인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트러블슈팅  |  문제 2  —  강의 가격이 0원으로 표시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914400" cy="36576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50392"/>
            <a:ext cx="8138160" cy="438912"/>
          </a:xfrm>
          <a:prstGeom prst="rect">
            <a:avLst/>
          </a:prstGeom>
          <a:solidFill>
            <a:srgbClr val="1E2D40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50392"/>
            <a:ext cx="78272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상황  |  DB에 가격(9,900 ~ 15,900원)이 저장되어 있는데 강의 상세 페이지에서 전부 0원 표시 → 결제 버튼 미노출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8138160" cy="36576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17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원인  |  백엔드 routes/courses.js에 GET /:id 라우트가 없어 404 반환 → 프론트엔드가 Mock 데이터로 폴백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96596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20240"/>
            <a:ext cx="1965960" cy="74980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82F6"/>
                </a:solidFill>
              </a:rPr>
              <a:t>GET /api/courses/:id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487168" y="2212848"/>
            <a:ext cx="13716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24328" y="1920240"/>
            <a:ext cx="196596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920240"/>
            <a:ext cx="1965960" cy="74980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Express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라우트 없음 404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08576" y="2212848"/>
            <a:ext cx="13716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45736" y="1920240"/>
            <a:ext cx="196596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45736" y="1920240"/>
            <a:ext cx="1965960" cy="74980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catch 블록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9E0B"/>
                </a:solidFill>
              </a:rPr>
              <a:t>Mock 데이터 폴백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729984" y="2212848"/>
            <a:ext cx="137160" cy="16459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67144" y="1920240"/>
            <a:ext cx="1965960" cy="749808"/>
          </a:xfrm>
          <a:prstGeom prst="rect">
            <a:avLst/>
          </a:prstGeom>
          <a:solidFill>
            <a:srgbClr val="1A2535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67144" y="1920240"/>
            <a:ext cx="1965960" cy="749808"/>
          </a:xfrm>
          <a:prstGeom prst="rect">
            <a:avLst/>
          </a:prstGeom>
          <a:noFill/>
          <a:ln/>
        </p:spPr>
        <p:txBody>
          <a:bodyPr wrap="square" lIns="0" tIns="1270" rIns="127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Mock에 price 없음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</a:rPr>
              <a:t>→ 0원 표시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2816352"/>
            <a:ext cx="8138160" cy="365760"/>
          </a:xfrm>
          <a:prstGeom prst="rect">
            <a:avLst/>
          </a:prstGeom>
          <a:solidFill>
            <a:srgbClr val="00C4A0">
              <a:alpha val="15000"/>
            </a:srgbClr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81635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4A0"/>
                </a:solidFill>
              </a:rPr>
              <a:t>해결  |  getCourseById 컨트롤러 추가  +  GET /:id 라우트 등록  +  목록 카드에 가격 뱃지 추가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384048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</a:rPr>
              <a:t>Before  —  routes/courses.js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0080" y="3593592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router.get('/', controller.getCourses);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GET /:id 없음 → 404 반환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프론트는 catch에서 Mock 폴백 처리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846320" y="3291840"/>
            <a:ext cx="3794760" cy="1097280"/>
          </a:xfrm>
          <a:prstGeom prst="rect">
            <a:avLst/>
          </a:prstGeom>
          <a:solidFill>
            <a:srgbClr val="0D1117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3310128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4A0"/>
                </a:solidFill>
              </a:rPr>
              <a:t>After  —  routes/courses.js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593592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router.get('/', controller.getCourses);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router.get('/:id', controller.getCourseById); // 추가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SELECT * FROM courses WHERE id = ? → price 포함 반환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P3 개발 기능 개요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914400" cy="36576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84048" y="868680"/>
            <a:ext cx="1993392" cy="1719072"/>
          </a:xfrm>
          <a:prstGeom prst="rect">
            <a:avLst/>
          </a:prstGeom>
          <a:solidFill>
            <a:srgbClr val="1A2535"/>
          </a:solidFill>
          <a:ln w="12700">
            <a:solidFill>
              <a:srgbClr val="3B82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868680"/>
            <a:ext cx="1993392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21208" y="1051560"/>
            <a:ext cx="822960" cy="292608"/>
          </a:xfrm>
          <a:prstGeom prst="rect">
            <a:avLst/>
          </a:prstGeom>
          <a:solidFill>
            <a:srgbClr val="3B82F6">
              <a:alpha val="20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21208" y="1051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</a:rPr>
              <a:t>PAYMENT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93776" y="146304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결제 시스템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" y="183794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강의 구매 처리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결제 내역 / 환불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42032" y="868680"/>
            <a:ext cx="1993392" cy="1719072"/>
          </a:xfrm>
          <a:prstGeom prst="rect">
            <a:avLst/>
          </a:prstGeom>
          <a:solidFill>
            <a:srgbClr val="1A2535"/>
          </a:solidFill>
          <a:ln w="12700">
            <a:solidFill>
              <a:srgbClr val="00C4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42032" y="868680"/>
            <a:ext cx="1993392" cy="73152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679192" y="1051560"/>
            <a:ext cx="822960" cy="292608"/>
          </a:xfrm>
          <a:prstGeom prst="rect">
            <a:avLst/>
          </a:prstGeom>
          <a:solidFill>
            <a:srgbClr val="00C4A0">
              <a:alpha val="20000"/>
            </a:srgbClr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9192" y="1051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A0"/>
                </a:solidFill>
              </a:rPr>
              <a:t>NOTIFY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51760" y="146304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알림 시스템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183794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실시간 알림 발송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읽음 / 미읽음 뱃지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0016" y="868680"/>
            <a:ext cx="1993392" cy="1719072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0016" y="868680"/>
            <a:ext cx="19933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37176" y="1051560"/>
            <a:ext cx="82296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37176" y="1051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SETTLE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09744" y="146304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정산 관리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09744" y="183794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강사 수익 정산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CSV 내보내기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868680"/>
            <a:ext cx="1993392" cy="1719072"/>
          </a:xfrm>
          <a:prstGeom prst="rect">
            <a:avLst/>
          </a:prstGeom>
          <a:solidFill>
            <a:srgbClr val="1A25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858000" y="868680"/>
            <a:ext cx="1993392" cy="73152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995160" y="1051560"/>
            <a:ext cx="822960" cy="292608"/>
          </a:xfrm>
          <a:prstGeom prst="rect">
            <a:avLst/>
          </a:prstGeom>
          <a:solidFill>
            <a:srgbClr val="8B5CF6">
              <a:alpha val="2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10515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LOG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967728" y="1463040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활동 로그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67728" y="1837944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사용자 행동 기록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로그 조회 / 삭제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84048" y="2770632"/>
            <a:ext cx="1993392" cy="1719072"/>
          </a:xfrm>
          <a:prstGeom prst="rect">
            <a:avLst/>
          </a:prstGeom>
          <a:solidFill>
            <a:srgbClr val="1A25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4048" y="2770632"/>
            <a:ext cx="1993392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21208" y="2953512"/>
            <a:ext cx="822960" cy="292608"/>
          </a:xfrm>
          <a:prstGeom prst="rect">
            <a:avLst/>
          </a:prstGeom>
          <a:solidFill>
            <a:srgbClr val="22C55E">
              <a:alpha val="20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1208" y="29535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MONITOR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3776" y="336499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서버 모니터링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93776" y="373989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헬스 체크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요청 통계 대시보드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542032" y="2770632"/>
            <a:ext cx="1993392" cy="1719072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542032" y="2770632"/>
            <a:ext cx="199339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679192" y="2953512"/>
            <a:ext cx="822960" cy="292608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79192" y="29535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COMMENT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651760" y="336499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강사 댓글 조회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2651760" y="373989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본인 강의 댓글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통합 뷰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00016" y="2770632"/>
            <a:ext cx="1993392" cy="1719072"/>
          </a:xfrm>
          <a:prstGeom prst="rect">
            <a:avLst/>
          </a:prstGeom>
          <a:solidFill>
            <a:srgbClr val="1A2535"/>
          </a:solidFill>
          <a:ln w="12700">
            <a:solidFill>
              <a:srgbClr val="00C4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700016" y="2770632"/>
            <a:ext cx="1993392" cy="73152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37176" y="2953512"/>
            <a:ext cx="822960" cy="292608"/>
          </a:xfrm>
          <a:prstGeom prst="rect">
            <a:avLst/>
          </a:prstGeom>
          <a:solidFill>
            <a:srgbClr val="00C4A0">
              <a:alpha val="20000"/>
            </a:srgbClr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37176" y="29535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4A0"/>
                </a:solidFill>
              </a:rPr>
              <a:t>AUTH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809744" y="3364992"/>
            <a:ext cx="17739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자동 로그아웃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4809744" y="3739896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JWT 만료 감지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보안 강화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결제 시스템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914400" cy="36576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68680"/>
            <a:ext cx="393192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68680"/>
            <a:ext cx="73152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960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강의 구매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128930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유료 강의 결제 처리 (카드 정보 입력)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1856232"/>
            <a:ext cx="393192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856232"/>
            <a:ext cx="73152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1947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구매 내역 조회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22768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본인의 결제 이력 목록 확인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2843784"/>
            <a:ext cx="393192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02920" y="2843784"/>
            <a:ext cx="73152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29352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환불 처리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13232" y="326440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결제 취소 및 환불 상태 관리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2920" y="3831336"/>
            <a:ext cx="3931920" cy="8229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" y="3831336"/>
            <a:ext cx="73152" cy="8229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92277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구매 여부 확인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4251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강의 접근 전 구매 여부를 체크하여 접근 제어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868680"/>
            <a:ext cx="3931920" cy="384048"/>
          </a:xfrm>
          <a:prstGeom prst="rect">
            <a:avLst/>
          </a:prstGeom>
          <a:solidFill>
            <a:srgbClr val="3B82F6">
              <a:alpha val="15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86868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</a:rPr>
              <a:t>결제 흐름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9160" y="1371600"/>
            <a:ext cx="3931920" cy="658368"/>
          </a:xfrm>
          <a:prstGeom prst="rect">
            <a:avLst/>
          </a:prstGeom>
          <a:solidFill>
            <a:srgbClr val="1A25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1371600"/>
            <a:ext cx="34747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371600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</a:rPr>
              <a:t>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148072" y="142646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구매하기 버튼 클릭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148072" y="1719072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강의 상세 페이지에서 가격 확인 후 결제 시작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709160" y="2139696"/>
            <a:ext cx="3931920" cy="658368"/>
          </a:xfrm>
          <a:prstGeom prst="rect">
            <a:avLst/>
          </a:prstGeom>
          <a:solidFill>
            <a:srgbClr val="1A25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09160" y="2139696"/>
            <a:ext cx="34747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2139696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</a:rPr>
              <a:t>2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148072" y="219456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결제 정보 입력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148072" y="2487168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카드번호 뒷 4자리 입력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709160" y="2907792"/>
            <a:ext cx="3931920" cy="658368"/>
          </a:xfrm>
          <a:prstGeom prst="rect">
            <a:avLst/>
          </a:prstGeom>
          <a:solidFill>
            <a:srgbClr val="1A25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09160" y="2907792"/>
            <a:ext cx="34747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907792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</a:rPr>
              <a:t>3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148072" y="296265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 /api/payments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148072" y="3255264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백엔드에서 결제 처리 및 DB 저장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4709160" y="3675888"/>
            <a:ext cx="3931920" cy="658368"/>
          </a:xfrm>
          <a:prstGeom prst="rect">
            <a:avLst/>
          </a:prstGeom>
          <a:solidFill>
            <a:srgbClr val="1A25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709160" y="3675888"/>
            <a:ext cx="347472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3675888"/>
            <a:ext cx="3474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923"/>
                </a:solidFill>
              </a:rPr>
              <a:t>4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148072" y="373075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구매 완료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148072" y="4023360"/>
            <a:ext cx="3401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</a:rPr>
              <a:t>구매 완료 표시 — 강의 수강 가능 상태로 전환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알림  /  정산  /  로그  /  모니터링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9144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868680"/>
            <a:ext cx="2011680" cy="3913632"/>
          </a:xfrm>
          <a:prstGeom prst="rect">
            <a:avLst/>
          </a:prstGeom>
          <a:solidFill>
            <a:srgbClr val="1A2535"/>
          </a:solidFill>
          <a:ln w="12700">
            <a:solidFill>
              <a:srgbClr val="00C4A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47472" y="868680"/>
            <a:ext cx="2011680" cy="566928"/>
          </a:xfrm>
          <a:prstGeom prst="rect">
            <a:avLst/>
          </a:prstGeom>
          <a:solidFill>
            <a:srgbClr val="00C4A0">
              <a:alpha val="25000"/>
            </a:srgbClr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86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C4A0"/>
                </a:solidFill>
              </a:rPr>
              <a:t>NOTIFY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11556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알림 시스템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" y="1463040"/>
            <a:ext cx="1737360" cy="27432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746504"/>
            <a:ext cx="54864" cy="54864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15819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전체 알림 목록 조회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84632" y="2331720"/>
            <a:ext cx="54864" cy="54864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216712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읽음 / 전체 읽음 처리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2" y="2916936"/>
            <a:ext cx="54864" cy="54864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7523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미읽음 카운트 뱃지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" y="3502152"/>
            <a:ext cx="54864" cy="54864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" y="333756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개별 알림 삭제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514600" y="868680"/>
            <a:ext cx="2011680" cy="3913632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514600" y="868680"/>
            <a:ext cx="2011680" cy="566928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886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</a:rPr>
              <a:t>SETTLE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624328" y="111556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 관리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651760" y="1463040"/>
            <a:ext cx="1737360" cy="27432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51760" y="1746504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88920" y="15819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강사 수익 정산 조회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51760" y="2331720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216712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월별 통계 확인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651760" y="2916936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88920" y="27523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관리자 전체 정산 뷰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3502152"/>
            <a:ext cx="54864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3337560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CSV 내보내기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81728" y="868680"/>
            <a:ext cx="2011680" cy="3913632"/>
          </a:xfrm>
          <a:prstGeom prst="rect">
            <a:avLst/>
          </a:prstGeom>
          <a:solidFill>
            <a:srgbClr val="1A2535"/>
          </a:solidFill>
          <a:ln w="12700">
            <a:solidFill>
              <a:srgbClr val="8B5CF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81728" y="868680"/>
            <a:ext cx="2011680" cy="566928"/>
          </a:xfrm>
          <a:prstGeom prst="rect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886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LOG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791456" y="111556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활동 로그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818888" y="1463040"/>
            <a:ext cx="1737360" cy="27432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18888" y="1746504"/>
            <a:ext cx="5486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56048" y="15819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사용자 행동 로그 조회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818888" y="2331720"/>
            <a:ext cx="5486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56048" y="216712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액션 필터 검색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818888" y="2916936"/>
            <a:ext cx="54864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56048" y="27523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오래된 로그 일괄 삭제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48856" y="868680"/>
            <a:ext cx="2011680" cy="3913632"/>
          </a:xfrm>
          <a:prstGeom prst="rect">
            <a:avLst/>
          </a:prstGeom>
          <a:solidFill>
            <a:srgbClr val="1A2535"/>
          </a:solidFill>
          <a:ln w="12700">
            <a:solidFill>
              <a:srgbClr val="22C55E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8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6848856" y="868680"/>
            <a:ext cx="2011680" cy="566928"/>
          </a:xfrm>
          <a:prstGeom prst="rect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58584" y="88696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</a:rPr>
              <a:t>MONITOR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958584" y="1115568"/>
            <a:ext cx="17922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서버 모니터링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986016" y="1463040"/>
            <a:ext cx="1737360" cy="27432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986016" y="1746504"/>
            <a:ext cx="548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23176" y="1581912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서버 헬스 체크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986016" y="2331720"/>
            <a:ext cx="548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23176" y="2167128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요청 수 / 에러율 통계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86016" y="2916936"/>
            <a:ext cx="54864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23176" y="2752344"/>
            <a:ext cx="16276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</a:rPr>
              <a:t>평균 응답 시간 확인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46304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강사 댓글 조회  &amp;  자동 로그아웃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694944"/>
            <a:ext cx="914400" cy="3657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850392"/>
            <a:ext cx="3977640" cy="438912"/>
          </a:xfrm>
          <a:prstGeom prst="rect">
            <a:avLst/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8503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5CF6"/>
                </a:solidFill>
              </a:rPr>
              <a:t>강사 댓글 조회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3977640" cy="6766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417320"/>
            <a:ext cx="73152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481328"/>
            <a:ext cx="3694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통합 댓글 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6656" y="1764792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본인 강의에 달린 수강생 댓글을 한 화면에서 모두 확인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21992"/>
            <a:ext cx="3977640" cy="6766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221992"/>
            <a:ext cx="73152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2286000"/>
            <a:ext cx="3694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강의 정보 표시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6656" y="2569464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어느 강의 / 어느 강의 영상의 댓글인지 함께 표시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026664"/>
            <a:ext cx="3977640" cy="6766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3026664"/>
            <a:ext cx="73152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3090672"/>
            <a:ext cx="3694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권한별 범위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6656" y="3374136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관리자는 전체 강의 댓글, 강사는 본인 강의만 확인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831336"/>
            <a:ext cx="3977640" cy="676656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3831336"/>
            <a:ext cx="73152" cy="676656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95344"/>
            <a:ext cx="3694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답글 포함 조회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" y="4178808"/>
            <a:ext cx="36941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수강생 댓글에 달린 답글도 함께 표시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53712" y="850392"/>
            <a:ext cx="36576" cy="3931920"/>
          </a:xfrm>
          <a:prstGeom prst="rect">
            <a:avLst/>
          </a:prstGeom>
          <a:solidFill>
            <a:srgbClr val="2D3F5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850392"/>
            <a:ext cx="3977640" cy="438912"/>
          </a:xfrm>
          <a:prstGeom prst="rect">
            <a:avLst/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18888" y="8503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</a:rPr>
              <a:t>자동 로그아웃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663440" y="1417320"/>
            <a:ext cx="3977640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1417320"/>
            <a:ext cx="73152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37176" y="1508760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앱 초기화 시 즉시 검사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37176" y="1856232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토큰 만료 감지 시 localStorage 삭제 후 /login 이동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487168"/>
            <a:ext cx="3977640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2487168"/>
            <a:ext cx="73152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37176" y="2578608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1분 주기 백그라운드 체크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37176" y="2926080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setInterval로 탭을 열어둔 채로 만료될 때 자동 처리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63440" y="3557016"/>
            <a:ext cx="3977640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F5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663440" y="3557016"/>
            <a:ext cx="73152" cy="9144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37176" y="3648456"/>
            <a:ext cx="3694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401 응답 감지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37176" y="3995928"/>
            <a:ext cx="3694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서버 응답 401 시 handleUnauthorized() 즉시 호출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9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33772"/>
            <a:ext cx="9144000" cy="109728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spc="600" kern="0" dirty="0">
                <a:solidFill>
                  <a:srgbClr val="00C4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HOMEFIT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2103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00400" y="2944368"/>
            <a:ext cx="2743200" cy="45720"/>
          </a:xfrm>
          <a:prstGeom prst="rect">
            <a:avLst/>
          </a:prstGeom>
          <a:solidFill>
            <a:srgbClr val="00C4A0"/>
          </a:solidFill>
          <a:ln w="12700">
            <a:solidFill>
              <a:srgbClr val="00C4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0723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P3 개발 보고서  |  홈트레이닝 플랫폼 HOMEFIT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657600"/>
            <a:ext cx="1828800" cy="594360"/>
          </a:xfrm>
          <a:prstGeom prst="rect">
            <a:avLst/>
          </a:prstGeom>
          <a:solidFill>
            <a:srgbClr val="1A2535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657600"/>
            <a:ext cx="182880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12464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82F6"/>
                </a:solidFill>
              </a:rPr>
              <a:t>결제 / 알림 / 정산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0" y="3657600"/>
            <a:ext cx="1828800" cy="594360"/>
          </a:xfrm>
          <a:prstGeom prst="rect">
            <a:avLst/>
          </a:prstGeom>
          <a:solidFill>
            <a:srgbClr val="1A25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0" y="3657600"/>
            <a:ext cx="1828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3712464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</a:rPr>
              <a:t>강사 댓글 조회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3657600"/>
            <a:ext cx="1828800" cy="594360"/>
          </a:xfrm>
          <a:prstGeom prst="rect">
            <a:avLst/>
          </a:prstGeom>
          <a:solidFill>
            <a:srgbClr val="1A2535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3657600"/>
            <a:ext cx="182880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09160" y="3712464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자동 로그아웃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675120" y="3657600"/>
            <a:ext cx="1828800" cy="594360"/>
          </a:xfrm>
          <a:prstGeom prst="rect">
            <a:avLst/>
          </a:prstGeom>
          <a:solidFill>
            <a:srgbClr val="1A253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75120" y="3657600"/>
            <a:ext cx="1828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3712464"/>
            <a:ext cx="182880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트러블슈팅 2건 해결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HOMEFIT P3 개발 보고서</dc:title>
  <dc:subject>PptxGenJS Presentation</dc:subject>
  <dc:creator>PptxGenJS</dc:creator>
  <cp:lastModifiedBy>PptxGenJS</cp:lastModifiedBy>
  <cp:revision>1</cp:revision>
  <dcterms:created xsi:type="dcterms:W3CDTF">2026-06-17T23:21:18Z</dcterms:created>
  <dcterms:modified xsi:type="dcterms:W3CDTF">2026-06-17T23:21:18Z</dcterms:modified>
</cp:coreProperties>
</file>